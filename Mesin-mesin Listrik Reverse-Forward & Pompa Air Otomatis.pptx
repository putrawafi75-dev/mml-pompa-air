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Sapa audiens. Hari ini kita bahas bagaimana motor 3 fasa bisa dibalik arah putarnya, lalu penerapannya pada kontrol pompa air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urutan: teori dasar, rangkaian, aplikasi pompa, lalu simulasi untuk membuktikan.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materi: arah putar hanya bergantung urutan fasa. Tukar dua dari tiga kabel fasa, motor berbalik.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dua kolom. Tekankan hanya urutan fasa yang berubah. Contoh nyata: pintu geser dan crane naik-turun.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Telusuri jalur arus dari L1-L3 ke motor M. Tunjukkan gambar rangkaian daya dari file asli. Tekankan bahaya K dan K1 aktif bersamaan.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self-holding dan interlock secara berurutan. Ini bagian terpenting untuk dipahami audiens.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gambar rangkaian pompa dari file asli, tunjuk bagian yang ditambahkan. Sesuaikan penjelasan MA/MB dengan simulasi 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Lakukan demo simulasi sesuai urutan tabel. Catat hasil tiap skenario.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Rangkum tiga poin lalu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PRAKTIKUM MESIN-MESIN LISTRIK · #4 Reverse-Forward &amp; Pompa Air Otomatis Kontrol arah putar motor 3 fasa dengan kontaktor Mesin-mesin Listrik #4 · 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AGENDA Alur Pembahasan 01 Dasar motor &amp; fungsi reverse-forward 02 Rangkaian daya &amp; kontrol 03 Kontrol pompa air otomatis 04 Simulasi &amp; analisis Mesin-mesin Listrik #4 · 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TEORI Prinsip Dasar Motor 3 Fasa Medan putar Tiga kumparan stator dialiri arus 3 fasa berbeda 120°, sehingga timbul medan magnet yang berputar. Rotor mengikuti Rotor tertarik medan putar dan ikut berputar searah medan tersebut. Arah putar Arah ditentukan urutan fasa L1-L2-L3. Tukar dua fasa, arah medan berbalik. Mesin-mesin Listrik #4 · 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FUNGSI Fungsi Rangkaian Reverse-Forward Forward (K) Reverse (K1) Urutan fasa L1 → U1, L2 → V1, L3 → W1 Dua fasa ditukar Arah putar Searah jarum jam Berlawanan jarum jam Tombol start S1 S2 Lampu indikator Menyala saat K aktif Menyala saat K1 aktif Aplikasi: konveyor, crane, pintu geser, mesin bubut. Mesin-mesin Listrik #4 · 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RANGKAIAN DAYA Rangkaian Daya Sumber &amp; proteksi L1, L2, L3 masuk melalui pengaman F lalu ke kontaktor K dan K1. Kontaktor K &amp; K1 K menyambung fasa urutan normal. K1 menyambung dengan dua fasa tertukar. Thermal overload Relay F mengamankan motor dari arus lebih, keluar ke U1, V1, W1 dan PE. K dan K1 tidak boleh aktif bersamaan: hubung singkat antar fasa. Mesin-mesin Listrik #4 · 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RANGKAIAN KONTROL Rangkaian Kontrol: Cara Kerja 1 · Start forward Tekan S1, koil K aktif, kontak K mengunci (self- holding) di paralel S1. 2 · Interlock Kontak NC K1 seri dengan koil K, dan NC K seri dengan koil K1. Keduanya saling mengunci. 3 · Pindah arah Tekan S (stop) dulu, tunggu motor berhenti, lalu tekan S2 untuk reverse. 4 · Indikator Lampu H menyala sesuai kontaktor yang aktif. Mesin-mesin Listrik #4 · 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APLIKASI Kontrol Pompa Air Otomatis Dasar rangkaian Mirip rangkaian sebelumnya, ditambah komponen pada rangkaian kontrol (kotak merah di gambar). Logika kerja Tombol OFF (NC) memutus kontrol. Kontak MA (NC) seri koil MB membentuk interlock. Indikator Kontak MB menyalakan lampu H sebagai penanda status pompa. Manfaat: pompa hidup dan mati otomatis sesuai kondisi, tanpa operator. Mesin-mesin Listrik #4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SIMULASI Simulasi dan Pengujian Skenario Aksi Hasil yang diharapkan Forward Tekan S1 K aktif, motor searah jarum jam, lampu H1 menyala Stop Tekan S Semua kontaktor lepas, motor berhenti Reverse Tekan S2 K1 aktif, motor berbalik arah Interlock Tekan S2 saat forward Tidak ada respon, K1 terkunci Overload Arus melebihi batas Thermal F trip, kontrol terputus Mesin-mesin Listrik #4 · 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RINGKASAN Kesimpulan Arah putar Dibalik dengan menukar dua fasa memakai kontaktor K dan K1. Pengaman Interlock dan thermal overload mencegah hubung singkat dan motor rusak. Penerapan Prinsip sama dipakai pada kontrol pompa air otomatis. Mesin-mesin Listrik #4 · 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Terima Kasih Ada pertanyaan? — baren Mesin-mesin Listrik #4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Mesin-mesin Listrik: Reverse-Forward &amp; Pompa Air Otomatis</dc:title>
  <dc:subject/>
  <dc:creator/>
  <cp:lastModifiedBy/>
  <cp:revision>1</cp:revision>
  <dcterms:created xsi:type="dcterms:W3CDTF">2026-10-11T12:56:32Z</dcterms:created>
  <dcterms:modified xsi:type="dcterms:W3CDTF">2026-10-11T12:56:32Z</dcterms:modified>
</cp:coreProperties>
</file>